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PPT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1500000"/>
            <a:ext cx="5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Created using python-pptx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0000" y="2500000"/>
          <a:ext cx="500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666"/>
                <a:gridCol w="1666666"/>
                <a:gridCol w="1666668"/>
              </a:tblGrid>
              <a:tr h="3750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City</a:t>
                      </a:r>
                    </a:p>
                  </a:txBody>
                  <a:tcPr/>
                </a:tc>
              </a:tr>
              <a:tr h="375000">
                <a:tc>
                  <a:txBody>
                    <a:bodyPr/>
                    <a:lstStyle/>
                    <a:p>
                      <a:r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London</a:t>
                      </a:r>
                    </a:p>
                  </a:txBody>
                  <a:tcPr/>
                </a:tc>
              </a:tr>
              <a:tr h="375000">
                <a:tc>
                  <a:txBody>
                    <a:bodyPr/>
                    <a:lstStyle/>
                    <a:p>
                      <a: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Paris</a:t>
                      </a:r>
                    </a:p>
                  </a:txBody>
                  <a:tcPr/>
                </a:tc>
              </a:tr>
              <a:tr h="375000">
                <a:tc>
                  <a:txBody>
                    <a:bodyPr/>
                    <a:lstStyle/>
                    <a:p>
                      <a:r>
                        <a:t>Charlie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Tokyo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slide10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000" y="1500000"/>
            <a:ext cx="2000000" cy="8929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